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5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23444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Aptos"/>
              </a:defRPr>
            </a:pPr>
            <a:r>
              <a:t>CSV User Manager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57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D2DCEB"/>
                </a:solidFill>
                <a:latin typeface="Aptos"/>
              </a:defRPr>
            </a:pPr>
            <a:r>
              <a:t>A focused dashboard for CSV-backed identity and host access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49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AAB9CD"/>
                </a:solidFill>
                <a:latin typeface="Aptos"/>
              </a:defRPr>
            </a:pPr>
            <a:r>
              <a:t>Project overview and operational workflow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Project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Make small-scale identity and access administration predictable, visible, and repeatable.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Manage users and machine-groups from one authenticated PHP dashboard.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Keep CSV files human-readable and easy to review or version.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Generate deployment-ready passwd and group blocks from source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Apply changes deliberately through explicit, manual Ansible playbooks.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Protect unrelated host membership data when one user assignment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Dashboard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The UI separates user identity management from host access management.</a:t>
            </a:r>
          </a:p>
        </p:txBody>
      </p:sp>
      <p:pic>
        <p:nvPicPr>
          <p:cNvPr id="4" name="Picture 3" descr="dashboard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1201400" cy="68608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Core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34440"/>
            <a:ext cx="3474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1" y="13716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User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1" y="1801368"/>
            <a:ext cx="31546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Add, edit, delete, search, and inspect complete user records. Assign a specific Auth Host or all hosts.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34440"/>
            <a:ext cx="3474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3716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Host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1801368"/>
            <a:ext cx="31546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Maintain machine-groups, IDs, and member lists while preserving existing members during targeted updates.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234440"/>
            <a:ext cx="3474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13716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Raw file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1801368"/>
            <a:ext cx="31546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View or edit source CSVs and generated blocks in authenticated, readable pages.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063240"/>
            <a:ext cx="3474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2004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Safe publishing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630168"/>
            <a:ext cx="31546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Publish hosts-block.txt separately from users-block.txt and groups-block.txt; publishing never runs Ansible.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063240"/>
            <a:ext cx="3474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32004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Operational safeguards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630168"/>
            <a:ext cx="31546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Password hashing, locked raw-file writes, escaped output, atomic user-block generation, and backups.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063240"/>
            <a:ext cx="3474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32004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Usable layout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630168"/>
            <a:ext cx="31546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Side-by-side management areas, searchable lists, internal list scrolling, and page-level scrolling.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Project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Small, explicit files keep the application easy to deploy and understand.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3716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Web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801368"/>
            <a:ext cx="31546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`index.php` handles authentication, CSV operations, synchronization, publishing, and raw views. `view.php` renders the dashboard.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3716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Source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1801368"/>
            <a:ext cx="31546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`users.csv` stores identity records. `hosts.csv` stores machine-groups and member lists.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34440"/>
            <a:ext cx="34747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37160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Generated artifacts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1801368"/>
            <a:ext cx="31546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`users-block.txt`, `groups-block.txt`, and `hosts-block.txt` translate dashboard data into system-file formats.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703320"/>
            <a:ext cx="34747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9192" y="384048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Remote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9192" y="4270248"/>
            <a:ext cx="3154679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`update-group-block.yml` and `update-user-block.yml` update remote `/etc/group` and `/etc/passwd` on `virt` hosts.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703320"/>
            <a:ext cx="34747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3840480"/>
            <a:ext cx="3154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Controller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1" y="4270248"/>
            <a:ext cx="3154679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`setup-local-user-homes.yml` runs only on localhost to create homes and install SSH public keys.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Data-to-system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Source files remain the authority; generated blocks are reviewed before manual application.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762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Edit CSVs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Dashboard or raw editor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2032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799" y="21762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E59D9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59" y="217627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Publish blocks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799" y="26974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Generate passwd/group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2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635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21762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79" y="217627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Deploy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6974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`make push` to /var/www/html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5471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21762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E59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17627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Apply remotely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6974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Ansible with check/diff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7192" y="2514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C757D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29800" y="2011680"/>
            <a:ext cx="1965960" cy="1554480"/>
          </a:xfrm>
          <a:prstGeom prst="roundRect">
            <a:avLst/>
          </a:prstGeom>
          <a:solidFill>
            <a:srgbClr val="F8F9FC"/>
          </a:solidFill>
          <a:ln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21762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E73D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2176272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2529"/>
                </a:solidFill>
                <a:latin typeface="Aptos"/>
              </a:defRPr>
            </a:pPr>
            <a:r>
              <a:t>Prepare controller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6974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414141"/>
                </a:solidFill>
                <a:latin typeface="Aptos"/>
              </a:defRPr>
            </a:pPr>
            <a:r>
              <a:t>Homes and authorized keys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Ansible playbooks and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C757D"/>
                </a:solidFill>
                <a:latin typeface="Aptos"/>
              </a:defRPr>
            </a:pPr>
            <a:r>
              <a:t>Run as user `ansible` from the controller; preview with `--check --diff` first.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1. update-group-block.yml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801368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Target: remote `virt` hosts</a:t>
            </a:r>
            <a:br/>
            <a:br/>
            <a:r>
              <a:t>Reads `hosts-block.txt` and updates the managed section of `/etc/group` with backups and privilege escalation.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E7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E73DF"/>
                </a:solidFill>
                <a:latin typeface="Aptos"/>
              </a:defRPr>
            </a:pPr>
            <a:r>
              <a:t>2. update-user-block.yml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1801368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Target: remote `virt` hosts</a:t>
            </a:r>
            <a:br/>
            <a:br/>
            <a:r>
              <a:t>Creates primary groups, updates the managed `/etc/passwd` section, and runs `pwconv`.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3444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59D9"/>
                </a:solidFill>
                <a:latin typeface="Aptos"/>
              </a:defRPr>
            </a:pPr>
            <a:r>
              <a:t>3. setup-local-user-homes.yml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1801368"/>
            <a:ext cx="31089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14141"/>
                </a:solidFill>
                <a:latin typeface="Aptos"/>
              </a:defRPr>
            </a:pPr>
            <a:r>
              <a:t>Target: `localhost` only</a:t>
            </a:r>
            <a:br/>
            <a:br/>
            <a:r>
              <a:t>Creates `/share/home` directories and `.ssh/authorized_keys` with correct ownership and permissions.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12529"/>
                </a:solidFill>
                <a:latin typeface="Aptos"/>
              </a:defRPr>
            </a:pPr>
            <a:r>
              <a:t>Recommended commands: ansible-playbook -i inventory update-group-block.yml --check --diff  →  apply  →  update-user-block.yml  →  setup-local-user-homes.yml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Advantages and operating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Simple deployment model: PHP, CSV, generated blocks, and playbooks can live in `/var/www/html`.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Human-readable inputs support review, backup, and straightforward recovery.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Manual Ansible execution keeps production changes intentional and observable.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Targeted host synchronization preserves unrelated members instead of rebuilding lists.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Generated files use standard `/etc/passwd` and `/etc/group` formats.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332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373737"/>
                </a:solidFill>
                <a:latin typeface="Aptos"/>
              </a:defRPr>
            </a:pPr>
            <a:r>
              <a:t>• Authentication and one-way password hashing protect dashboard access.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12529"/>
                </a:solidFill>
                <a:latin typeface="Aptos"/>
              </a:defRPr>
            </a:pPr>
            <a:r>
              <a:t>Quick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4E73DF"/>
                </a:solidFill>
                <a:latin typeface="Aptos"/>
              </a:defRPr>
            </a:pPr>
            <a:r>
              <a:t>1. Start the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12529"/>
                </a:solidFill>
                <a:latin typeface="Aptos"/>
              </a:defRPr>
            </a:pPr>
            <a:r>
              <a:t>php -S 127.0.0.1:8000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2E59D9"/>
                </a:solidFill>
                <a:latin typeface="Aptos"/>
              </a:defRPr>
            </a:pPr>
            <a:r>
              <a:t>2. Edit and publish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373737"/>
                </a:solidFill>
                <a:latin typeface="Aptos"/>
              </a:defRPr>
            </a:pPr>
            <a:r>
              <a:t>Save users/hosts, then publish hosts-block.txt and users-block.txt.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4E73DF"/>
                </a:solidFill>
                <a:latin typeface="Aptos"/>
              </a:defRPr>
            </a:pPr>
            <a:r>
              <a:t>3. Apply in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12529"/>
                </a:solidFill>
                <a:latin typeface="Aptos"/>
              </a:defRPr>
            </a:pPr>
            <a:r>
              <a:t>update-group-block.yml</a:t>
            </a:r>
            <a:br/>
            <a:r>
              <a:t>update-user-block.yml</a:t>
            </a:r>
            <a:br/>
            <a:r>
              <a:t>setup-local-user-homes.yml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12529"/>
                </a:solidFill>
                <a:latin typeface="Aptos"/>
              </a:defRPr>
            </a:pPr>
            <a:r>
              <a:t>The dashboard provides the data and review surface; Ansible performs the controlled system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